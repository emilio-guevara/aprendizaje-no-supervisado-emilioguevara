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Análisis de Componentes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Principales (PCA)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500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UDEM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Jorge Alberto Ramírez García, M.Eng.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La maldición de la dimensionalidad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mald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4813654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40680" y="1143000"/>
            <a:ext cx="3337560" cy="23317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23560" y="12801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Con muchas columnas…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691640"/>
            <a:ext cx="297180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Las distancias entre puntos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se parecen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"cerca" y "lejos" pierden sentido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K-Means y DBSCAN dependen de distancias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Muchas variables son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redundantes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(dicen lo mismo)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podemos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ver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más de 3 dimensiones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657600"/>
            <a:ext cx="3337560" cy="10058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77840" y="3730752"/>
            <a:ext cx="306324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Idea: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describir los datos con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menos columnas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que conserven casi toda la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Intuición: la sombra que conserva más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somb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424351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143000"/>
            <a:ext cx="2148840" cy="28346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La sombra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91640"/>
            <a:ext cx="1783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Proyectar = mirar la sombra de los datos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PCA elige la dirección donde la sombra queda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más extendida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Más varianza = más información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8321040" cy="59436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804671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Maximizar la varianza de la sombra = minimizar las distancias punteadas (lo que se pierde).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 algoritmo en 4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Estandarizar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Media 0 y desviación 1 en cada variable (StandardScaler)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56231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Matriz de covarianza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 = (1 / (n − 1)) · Xᵀ X : cómo varían las variables juntas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78024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Eigenvectores y eigenvalores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 · v = λ · v  →  v = dirección, λ = varianza; ordenar de mayor a menor λ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99815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Proyectar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Z = X · V_k : coordenadas de cada punto en los k primeros componentes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188720"/>
            <a:ext cx="2926080" cy="24688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035040" y="1325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Detalles que importan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73736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C es simétrica → </a:t>
            </a:r>
            <a:r>
              <a:rPr sz="1000" b="1" i="0">
                <a:solidFill>
                  <a:srgbClr val="666666"/>
                </a:solidFill>
                <a:latin typeface="Calibri"/>
              </a:rPr>
              <a:t>np.linalg.eigh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eigh regresa λ de </a:t>
            </a:r>
            <a:r>
              <a:rPr sz="1000" b="1" i="0">
                <a:solidFill>
                  <a:srgbClr val="666666"/>
                </a:solidFill>
                <a:latin typeface="Calibri"/>
              </a:rPr>
              <a:t>menor a mayor</a:t>
            </a:r>
            <a:r>
              <a:rPr sz="1000" b="0" i="0">
                <a:solidFill>
                  <a:srgbClr val="666666"/>
                </a:solidFill>
                <a:latin typeface="Calibri"/>
              </a:rPr>
              <a:t>: hay que ordenar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Los componentes son </a:t>
            </a:r>
            <a:r>
              <a:rPr sz="1000" b="1" i="0">
                <a:solidFill>
                  <a:srgbClr val="666666"/>
                </a:solidFill>
                <a:latin typeface="Calibri"/>
              </a:rPr>
              <a:t>perpendiculares</a:t>
            </a:r>
            <a:r>
              <a:rPr sz="1000" b="0" i="0">
                <a:solidFill>
                  <a:srgbClr val="666666"/>
                </a:solidFill>
                <a:latin typeface="Calibri"/>
              </a:rPr>
              <a:t> entre sí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El signo de cada v es arbitrario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Varianza explicada por PCᵢ = λᵢ / Σ λⱼ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Proyectar y reconstruir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proy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27484" cy="3703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0" y="118872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Proyectar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: cada punto pasa de 2 números a 1 (su posición sobre PC1)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Reconstruir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: regresar al espacio original → x̂ = z · v₁ᵀ + μ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Los puntos reconstruidos caen sobre la recta de PC1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La distancia punteada es el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error de reconstrucción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429000"/>
            <a:ext cx="4023360" cy="11887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92040" y="3502152"/>
            <a:ext cx="3749040" cy="104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Lo que se pierde al reconstruir es exactamente la varianza de los componentes que descartamos (los λ que no usamos).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¿Por qué estandarizar antes de PCA?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200 personas: altura y peso muy relacionados (r = 0.78); ingreso independiente.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8229598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828800"/>
                <a:gridCol w="1874519"/>
                <a:gridCol w="1874519"/>
              </a:tblGrid>
              <a:tr h="329183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Desv. estándar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PC1 sin escalar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PC1 escalado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altura_cm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peso_kg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ingreso_mensual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8,132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−0.06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Varianza explicada por PC1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3502152"/>
            <a:ext cx="3749040" cy="104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Sin escalar:</a:t>
            </a:r>
            <a:r>
              <a:rPr sz="1100" b="0" i="0">
                <a:solidFill>
                  <a:srgbClr val="C62828"/>
                </a:solidFill>
                <a:latin typeface="Calibri"/>
              </a:rPr>
              <a:t> PC1 = la variable con los números más grandes. No es un patrón, es un problema de unidades.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00600" y="3502152"/>
            <a:ext cx="3749040" cy="1042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Escalado:</a:t>
            </a:r>
            <a:r>
              <a:rPr sz="1100" b="0" i="0">
                <a:solidFill>
                  <a:srgbClr val="2E7D32"/>
                </a:solidFill>
                <a:latin typeface="Calibri"/>
              </a:rPr>
              <a:t> PC1 = "tamaño corporal" (altura + peso). Aparece la estructura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Varianza explicada y scree 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394960" cy="33681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143000"/>
            <a:ext cx="2971800" cy="35204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40" y="1280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¿Cuántos componentes?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91640"/>
            <a:ext cx="26060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Varianza acumulada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: 80% a 95% (compresión)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Codo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: donde las barras dejan de caer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Kaiser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: λ &gt; 1 con datos estandarizados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Visualizar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: 2 o 3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Los criterios pueden no coincidir: decide por el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objetivo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Cargas y biplot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585062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0" y="1143000"/>
            <a:ext cx="3291840" cy="22402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Cargas (loadings)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29260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Peso de cada variable en el componente (pca.components_)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Mismo signo = suben juntas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Un PC es una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mezcla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: ponle un nombre de 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520440"/>
            <a:ext cx="3291840" cy="11887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0" y="3657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Biplot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069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Flechas juntas = variables correlacionadas (altura y peso)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¿Cuándo usar PCA?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Visualización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Ver datos de muchas variables en 2D o 3D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Descubrir grupos y atípicos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Biplot para explicar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80" y="1188720"/>
            <a:ext cx="2606040" cy="27432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51860" y="1325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Compresión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173736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Guardar menos números por registro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Imágenes: 784 píxeles → ~150 componentes (95%)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Quitar ruido de las últimas direcciones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188720"/>
            <a:ext cx="2606040" cy="27432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Preprocesamiento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2240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Antes de K-Means o DBSCAN con muchas variables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Elimina redundancia y acelera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Compara silhouettes en el </a:t>
            </a:r>
            <a:r>
              <a:rPr sz="1200" b="1" i="0">
                <a:solidFill>
                  <a:srgbClr val="666666"/>
                </a:solidFill>
                <a:latin typeface="Calibri"/>
              </a:rPr>
              <a:t>mismo espacio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 de referencia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7955279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PCA reduce columnas, no mediciones: cada componente usa todas las variables originales.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Limitaciones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li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04101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097280"/>
            <a:ext cx="2743200" cy="23774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0" y="123443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PCA es lineal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19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Sólo encuentra rectas y planos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•  Curvas y círculos se "revuelven" en la sombra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No lineal: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t-SNE y UMAP (visualización), Kernel PCA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Sólo variables numéricas continuas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: para categóricas existen MCA / FAMD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Los componentes son menos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interpretables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que las variables originales; el signo es arbitrario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Ejemplo aplicado: motores Caterpillar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817370" cy="685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167106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Señales del motor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(3 por motor)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4570" y="109728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4610" y="1097280"/>
            <a:ext cx="181737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667762" y="1097280"/>
            <a:ext cx="167106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MinMaxScaler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(0 a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980" y="109728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2020" y="1097280"/>
            <a:ext cx="1817370" cy="685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05172" y="1097280"/>
            <a:ext cx="167106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PCA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1 componente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9390" y="109728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9429" y="1097280"/>
            <a:ext cx="181737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42581" y="1097280"/>
            <a:ext cx="167106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DTW-KMeans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(series de tiempo)</a:t>
            </a:r>
          </a:p>
        </p:txBody>
      </p:sp>
      <p:pic>
        <p:nvPicPr>
          <p:cNvPr id="18" name="Picture 17" descr="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3916026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Tesis del profesor: agrupar motores por su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comportamiento en el tiempo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Engine Speed (rpm), Torque y Coolant Temp tienen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unidades distintas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→ MinMax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Las 3 señales se mueven juntas → PCA las resume en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1 serie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 por motor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DTW compara series aunque estén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desfasadas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; K-Means agrupa con esa distancia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Código mínimo en scikit-learn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394960" cy="356616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from sklearn.preprocessing import StandardScaler</a:t>
            </a:r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from sklearn.decomposition import PCA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X_scaled = StandardScaler().fit_transform(df[cols])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pca = PCA(n_components=0.95)   # o un entero</a:t>
            </a:r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scores = pca.fit_transform(X_scaled)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pca.n_components_              # cuántos eligió</a:t>
            </a:r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pca.explained_variance_ratio_  # varianza por PC</a:t>
            </a:r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pca.components_                # cargas</a:t>
            </a:r>
          </a:p>
          <a:p>
            <a:pPr algn="l"/>
            <a:r>
              <a:rPr sz="1100" b="0" i="0">
                <a:solidFill>
                  <a:srgbClr val="FFF500"/>
                </a:solidFill>
                <a:latin typeface="Courier New"/>
              </a:rPr>
              <a:t>X_rec = pca.inverse_transform(scores)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43000"/>
            <a:ext cx="2743200" cy="35661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377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n_components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entero o proporción de varianza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fit_transform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ajusta y proyecta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components_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una fila por PC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inverse_transform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reconstruye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PCA centra, pero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no escala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PCA busca las direcciones de máxima varianza: la sombra que conserva más información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Estandariza cuando las variables tienen unidades distintas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Elige componentes con varianza acumulada, codo y Kaiser según el objetivo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Interpreta cada componente con sus cargas y el biplot: es una mezcla, no una variable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 lineal: para estructuras curvas usa t-SNE o UMAP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Componentes Principales - UDEM</dc:title>
  <dc:subject/>
  <dc:creator>Jorge Alberto Ramírez García, M.Eng.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