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Caso Integrador: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De los datos a la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2286000" cy="54864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FFF50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97280" cy="32004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UDEM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Jorge Alberto Ramírez García, M.Eng.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El flujo de un proyecto no supervisado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04900" cy="685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0352" y="1143000"/>
            <a:ext cx="95859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Preparar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2100" y="114300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2139" y="1143000"/>
            <a:ext cx="110490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5291" y="1143000"/>
            <a:ext cx="95859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Reducir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7040" y="114300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7079" y="1143000"/>
            <a:ext cx="1104900" cy="685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80231" y="1143000"/>
            <a:ext cx="95859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Agrupar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979" y="114300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2019" y="1143000"/>
            <a:ext cx="110490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05171" y="1143000"/>
            <a:ext cx="95859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6919" y="114300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6959" y="1143000"/>
            <a:ext cx="1104900" cy="685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30111" y="1143000"/>
            <a:ext cx="95859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Interpretar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1859" y="114300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1899" y="1143000"/>
            <a:ext cx="110490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55051" y="1143000"/>
            <a:ext cx="95859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Actuar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011680"/>
            <a:ext cx="11049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Nulos y tipos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Transformar (log1p)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Escalar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82139" y="2011680"/>
            <a:ext cx="11049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PCA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Scree y cargas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Ejes con nombre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7079" y="2011680"/>
            <a:ext cx="11049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K-Means: segmentos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DBSCAN: atípicos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2019" y="2011680"/>
            <a:ext cx="11049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Silhouette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Tabla cruzada si hay etiqueta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Estabilidad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6959" y="2011680"/>
            <a:ext cx="11049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Perfil en unidades originales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Nombre por segmento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1899" y="2011680"/>
            <a:ext cx="11049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Una acción por segmento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Plan para atípicos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291840"/>
            <a:ext cx="8229600" cy="7315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3364992"/>
            <a:ext cx="7955279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es una línea recta: si el perfil no tiene sentido de negocio, regresa a preparar o a elegir otro k.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El entregable no es un cluster: es una decisión.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Preparar: transformar antes de escalar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log1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120640" cy="20482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097280"/>
            <a:ext cx="3017520" cy="26517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1234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¿Cuándo log1p?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45919"/>
            <a:ext cx="2651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Montos de dinero, conteos, tiempos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Media ≫ mediana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Asimetría &gt; 1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Máximo decenas de veces la mediana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Con ceros: log1p, no 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500"/>
                </a:solidFill>
                <a:latin typeface="Calibri"/>
              </a:rPr>
              <a:t>x′ = log(1 + x)   →   después StandardScaler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Checklist de decisiones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46888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Decisión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Herramienta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Regla práctica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¿Escalar?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StandardScaler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Siempre con K-Means, DBSCAN y PCA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¿Transformar?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np.log1p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Si hay sesgo fuerte y outliers enormes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n_componentes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Scree plot + cargas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Codo o 80-90% de varianza; que se puedan nombrar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k (K-Means)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Codo + silhouette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Varias señales + sentido de negocio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min_samples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Dimensiones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≈ 2 × número de dimensiones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eps (DBSCAN)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Gráfica de k-distancia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Justo antes de que la curva se dispare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¿Qué entra?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Lista de columnas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Nunca la etiqueta que usarás para validar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K-Means vs DBSCAN vs PCA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286000"/>
                <a:gridCol w="2286000"/>
                <a:gridCol w="2194560"/>
              </a:tblGrid>
              <a:tr h="438912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K-Means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DBSCAN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PCA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Para qué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Segmentar en k grupos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Zonas densas + atípicos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Reducir y visualizar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Tú eliges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eps y min_samples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n_componentes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Forma de grupos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Esféricos, tamaños parecidos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Cualquier forma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No agrupa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Outliers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Los fuerza a un cluster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Los marca como ruido (-1)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Pueden dominar un eje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Úsalo cuando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Quieres segmentos accionables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Buscas anomalías o formas raras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Hay muchas variables correlacionadas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Cuidado con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Elegir k sólo con el codo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eps al azar; densidades variables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No escalar; no leer cargas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343400"/>
            <a:ext cx="8229600" cy="41148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416552"/>
            <a:ext cx="795527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En la práctica se </a:t>
            </a:r>
            <a:r>
              <a:rPr sz="1100" b="1" i="0">
                <a:solidFill>
                  <a:srgbClr val="2E7D32"/>
                </a:solidFill>
                <a:latin typeface="Calibri"/>
              </a:rPr>
              <a:t>combinan</a:t>
            </a:r>
            <a:r>
              <a:rPr sz="1100" b="0" i="0">
                <a:solidFill>
                  <a:srgbClr val="2E7D32"/>
                </a:solidFill>
                <a:latin typeface="Calibri"/>
              </a:rPr>
              <a:t>: PCA para preparar el espacio, K-Means para segmentar y DBSCAN para vigilar.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Validar e interpretar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06040" cy="21945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Silhouette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2240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De −1 a 1: más alto es mejor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Sólo comparable en el mismo espacio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Sin contar el ruido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8980" y="1097280"/>
            <a:ext cx="2606040" cy="21945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5186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Etiqueta externa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1860" y="1645919"/>
            <a:ext cx="2240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Tabla cruzada contra una variable que NO usaste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buscas copiarla: buscas que la explique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En la vida real casi nunca existe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097280"/>
            <a:ext cx="2606040" cy="21945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Perfil de negocio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19"/>
            <a:ext cx="2240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Promedios y medianas en unidades originales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Tamaño y % del total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Un nombre y una acción por segmento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Cluster  →  perfil  →  nombre  →  acción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Errores comunes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1170432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✗  Agrupar sin escalar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097280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00600" y="1170432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✓  Escala siempre; con dinero, log1p y luego escala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00784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1773936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✗  Creer en una silhouette alta sin ver los tamaños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00784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00600" y="1773936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✓  Revisa cuántos puntos tiene cada cluster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304288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2377440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✗  Comparar métricas de espacios distintos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304288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00600" y="2377440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✓  Compara en el mismo espacio o con una tabla cruzada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07791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2980944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✗  Meter la etiqueta (o los clusters) como variable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2907791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00600" y="2980944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✓  Deja fuera lo que usarás para validar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511296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358444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✗  Reportar centroides escalados o en PCs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511296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00600" y="358444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✓  Perfila sobre el df original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114800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4187952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62828"/>
                </a:solidFill>
                <a:latin typeface="Calibri"/>
              </a:rPr>
              <a:t>✗  Terminar en 'encontré 3 clusters'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4114800"/>
            <a:ext cx="4023360" cy="512064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800600" y="4187952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✓  Termina en una decisión por segmento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El caso: un distribuidor mayorista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4023360" cy="210312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3657600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440 clientes de un mayorista en Portugal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Gasto anual en 6 categorías: frescos, lácteos, abarrotes, congelados, detergentes y papel, delicatessen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Además: canal (Horeca o Retail) y región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Fuente: UCI ML Repository (CC BY 4.0)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97280"/>
            <a:ext cx="4023360" cy="21031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123443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Tu misión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19"/>
            <a:ext cx="3657600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Agrupar sólo con los 6 gastos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Canal y región quedan fuera del modelo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Usar el canal al final para validar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Proponer equipo de venta, surtido y logística por segmento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8229600" cy="7772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3520439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500"/>
                </a:solidFill>
                <a:latin typeface="Calibri"/>
              </a:rPr>
              <a:t>¿Cómo debe organizar el distribuidor a sus clientes mayoristas?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Rúbrica sugerida de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577840"/>
                <a:gridCol w="91440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Criterio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Qué se espera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Peso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Preparación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Exploración, justificación de log1p y escalado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Reducción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n_componentes justificado; ejes interpretados con las cargas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Agrupamiento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k elegido con codo + silhouette + negocio; DBSCAN con k-distancia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Validación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Silhouette en el mismo espacio y tabla cruzada contra el canal bien interpretadas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Interpretación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Perfil en unidades originales y nombre de cada segmento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Recomendaciones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Acción concreta por segmento y plan para atípicos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Comunicación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Notebook limpio, ejecutable de principio a fin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Conclusiones del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28016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Prepara bien: escalar (y transformar) cambia los resultados más que el algoritmo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PCA resume y permite ver; nombra cada componente con sus cargas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K-Means segmenta, DBSCAN detecta atípicos: se complementan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8892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Elige k, eps y componentes con varias señales y con criterio de negocio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Un cluster vale lo que vale la decisión que permite tomar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Caso Integrador - De los datos a la decisión - UDEM</dc:title>
  <dc:subject/>
  <dc:creator>Jorge Alberto Ramírez García, M.Eng.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